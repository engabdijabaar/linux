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0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Cloud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4612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CE6F2"/>
                </a:solidFill>
              </a:defRPr>
            </a:pPr>
            <a:r>
              <a:t>Introduction, Service Models, Deployment Models, Benefits, Risks &amp; Real-World Uses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1. What is Cloud Computing?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Cloud computing means using computing resources over the internet instead of relying only on your own computer or local servers.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Resources can include servers, storage, databases, networking, software, and processing power.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Users can access these resources when needed and usually pay according to usage or subscription.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2. How Cloud Computing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Cloud providers operate large data centers containing servers, storage systems, and networking equipment.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Customers connect to these resources through the internet or private networks.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Virtualization allows physical hardware to support many virtual machines and services.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The provider manages much of the underlying infrastructure.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3. Main Cloud Service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IaaS — Infrastructure as a Service: virtual machines, storage, and networks.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PaaS — Platform as a Service: a managed platform for developing and deploying applications.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SaaS — Software as a Service: ready-to-use software delivered through the internet.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Examples: virtual servers (IaaS), application platforms (PaaS), and web-based email or office apps (SaaS).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4. Cloud Deployment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Public Cloud: shared cloud infrastructure provided to many customers.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Private Cloud: cloud infrastructure dedicated to one organization.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Hybrid Cloud: combines private infrastructure with public cloud services.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Multi-cloud: uses services from multiple cloud providers.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5. Major Cloud Providers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Amazon Web Services (AWS)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Microsoft Azure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Google Cloud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Other providers include Oracle Cloud, IBM Cloud, and Alibaba Cloud.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Providers offer different services, pricing models, regions, and features.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6. Benefits of Cloud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Lower upfront hardware costs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Scalability — resources can be increased or reduced as demand changes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Accessibility — services can be accessed from many locations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Faster deployment of servers and applications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Backup, disaster recovery, and high-availability options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Reduced need to maintain physical infrastructure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7. Challenges and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Internet dependency can affect access when connectivity is poor.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Security and privacy require correct configuration and access controls.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Unexpected usage can increase costs.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Vendor lock-in can make moving services between providers difficult.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Organizations must understand shared-responsibility security.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8. Cloud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Use strong identity and access management (IAM).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Apply least-privilege permissions.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Encrypt sensitive data in transit and at rest.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Enable logging, monitoring, backups, and alerts.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Keep systems patched and review cloud configurations regularly.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9. Common Uses of Cloud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Websites and web applications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File storage and collaboration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Database hosting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Backup and disaster recovery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Video streaming and content delivery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Data analytics and artificial intelligence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Software development and testing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10. Cloud Computing vs. Traditional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Traditional IT: an organization buys and maintains much of its own hardware.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Cloud: infrastructure is provided as a service and can be provisioned on demand.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Traditional IT can offer direct control but may require larger upfront investment.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Cloud can provide flexibility and rapid scaling, but requires careful cost and security management.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11. Example: A Small Business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Without cloud: buy a physical server, install software, maintain hardware, and plan for capacity.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With cloud: rent a virtual server, deploy the website, add storage or computing resources when needed.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The business can focus more on the website while the cloud provider manages the underlying infrastructure.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12. Key Cloud Computing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Virtualization — creates virtual computing environments on physical hardware.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Elasticity — resources can automatically expand or shrink with demand.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Availability — keeping services accessible and minimizing downtime.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Regions and availability zones — geographic and infrastructure locations used for resilience.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Pay-as-you-go — charges are commonly based on resource usage.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13. Cloud Careers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Cloud Support / Cloud Technician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Cloud Administrator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Cloud Engineer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DevOps Engineer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Cloud Security Engineer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Solutions Architect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Useful foundations: networking, Linux, operating systems, security, scripting, and cloud platforms.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14.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Cloud computing provides computing resources through a network, usually the internet.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The main service models are IaaS, PaaS, and SaaS.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Deployment models include public, private, hybrid, and multi-cloud.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Cloud can improve flexibility and scalability, but security and cost management remain important.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15.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Thank you!</a:t>
            </a:r>
          </a:p>
          <a:p>
            <a:pPr>
              <a:spcAft>
                <a:spcPts val="1200"/>
              </a:spcAft>
              <a:defRPr sz="2200" b="0">
                <a:solidFill>
                  <a:srgbClr val="232323"/>
                </a:solidFill>
              </a:defRPr>
            </a:pPr>
            <a:r>
              <a:t>Questions or comments?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